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Google Sans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8bb742cc7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g3b8bb742cc7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b33c98c7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3bab33c98c7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ab33c98c7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bab33c98c7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ab33c98c7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3bab33c98c7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ab33c98c7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3bab33c98c7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150" y="444500"/>
            <a:ext cx="8521700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150" y="1152525"/>
            <a:ext cx="852170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87" y="4662487"/>
            <a:ext cx="549275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hyperlink" Target="http://localhost:5173/" TargetMode="Externa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/>
          <p:nvPr/>
        </p:nvSpPr>
        <p:spPr>
          <a:xfrm>
            <a:off x="161925" y="3195637"/>
            <a:ext cx="8761412" cy="181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Google Sans"/>
              <a:buNone/>
            </a:pPr>
            <a:r>
              <a:rPr lang="en-US" sz="16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</a:t>
            </a:r>
            <a:r>
              <a:rPr lang="en-US" sz="1600" b="1" i="0" u="none" strike="noStrike" cap="none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Details</a:t>
            </a:r>
            <a:endParaRPr dirty="0"/>
          </a:p>
          <a:p>
            <a:pPr marL="5715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</a:pPr>
            <a:r>
              <a:rPr lang="en-US" sz="1600" b="1" i="0" u="none" strike="noStrike" cap="none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</a:t>
            </a:r>
            <a:r>
              <a:rPr lang="en-US" sz="16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name</a:t>
            </a:r>
            <a:r>
              <a:rPr lang="en-US" sz="160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: </a:t>
            </a:r>
            <a:r>
              <a:rPr lang="en-US" i="0" u="none" strike="noStrike" cap="none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FalconX</a:t>
            </a:r>
            <a:endParaRPr dirty="0"/>
          </a:p>
          <a:p>
            <a:pPr marL="5715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</a:pPr>
            <a:r>
              <a:rPr lang="en-US" sz="16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r>
              <a:rPr lang="en-US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Yash</a:t>
            </a:r>
            <a:r>
              <a:rPr lang="en-US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Bhoyar</a:t>
            </a:r>
            <a:endParaRPr lang="en-US" dirty="0">
              <a:ea typeface="Google Sans"/>
            </a:endParaRPr>
          </a:p>
          <a:p>
            <a:pPr marL="5715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</a:pPr>
            <a:r>
              <a:rPr lang="en-US" sz="1600" b="1" i="0" u="none" strike="noStrike" cap="none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Problem </a:t>
            </a:r>
            <a:r>
              <a:rPr lang="en-US" sz="1600" b="1" i="0" u="none" strike="noStrike" cap="none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Statement</a:t>
            </a:r>
            <a:r>
              <a:rPr lang="en-US" sz="1600" i="0" u="none" strike="noStrike" cap="none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:</a:t>
            </a:r>
            <a:r>
              <a:rPr lang="en-US" altLang="en-US" sz="1600" dirty="0" err="1" smtClean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oogle Sans" panose="020B0604020202020204" charset="0"/>
              </a:rPr>
              <a:t>Developing</a:t>
            </a:r>
            <a:r>
              <a:rPr lang="en-US" altLang="en-US" sz="1600" dirty="0" smtClean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oogle Sans" panose="020B0604020202020204" charset="0"/>
              </a:rPr>
              <a:t> </a:t>
            </a:r>
            <a:r>
              <a:rPr lang="en-US" altLang="en-US" sz="1600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oogle Sans" panose="020B0604020202020204" charset="0"/>
              </a:rPr>
              <a:t>personalized career guidance solutions for </a:t>
            </a:r>
            <a:r>
              <a:rPr lang="en-US" altLang="en-US" sz="1600" dirty="0" smtClean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oogle Sans" panose="020B0604020202020204" charset="0"/>
              </a:rPr>
              <a:t>students using </a:t>
            </a:r>
            <a:r>
              <a:rPr lang="en-US" altLang="en-US" sz="1600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oogle Sans" panose="020B0604020202020204" charset="0"/>
              </a:rPr>
              <a:t>technology.</a:t>
            </a:r>
            <a:endParaRPr sz="1600" dirty="0"/>
          </a:p>
          <a:p>
            <a:pPr marL="5715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</a:pPr>
            <a:r>
              <a:rPr lang="en-US" sz="16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Collage </a:t>
            </a:r>
            <a:r>
              <a:rPr lang="en-US" sz="1600" b="1" i="0" u="none" strike="noStrike" cap="none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Name</a:t>
            </a:r>
            <a:r>
              <a:rPr lang="en-US" sz="1600" i="0" u="none" strike="noStrike" cap="none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:Jhulelal</a:t>
            </a:r>
            <a:r>
              <a:rPr lang="en-US" sz="1600" i="0" u="none" strike="noStrike" cap="none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Institute Of Technology Nagpur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50" name="Google Shape;5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348" y="224675"/>
            <a:ext cx="8666127" cy="289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61925" y="3195637"/>
            <a:ext cx="8761500" cy="17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Google Sans"/>
              <a:buNone/>
            </a:pPr>
            <a:r>
              <a:rPr lang="en-US" sz="1600" b="1" i="0" u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Members Details 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238125" y="604837"/>
            <a:ext cx="8761500" cy="17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Team Member List </a:t>
            </a:r>
            <a:endParaRPr sz="16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Yash</a:t>
            </a:r>
            <a:r>
              <a:rPr lang="en-US" sz="1600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1600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Bhoyar</a:t>
            </a:r>
            <a:endParaRPr lang="en-US" sz="1600" dirty="0" smtClean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Sayali</a:t>
            </a:r>
            <a:r>
              <a:rPr lang="en-US" sz="1600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1600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Pardhi</a:t>
            </a:r>
            <a:endParaRPr lang="en-US" sz="1600" dirty="0" smtClean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Pragati</a:t>
            </a:r>
            <a:r>
              <a:rPr lang="en-US" sz="1600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1600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Hage</a:t>
            </a:r>
            <a:endParaRPr lang="en-US" sz="1600" dirty="0" smtClean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Aachal</a:t>
            </a:r>
            <a:r>
              <a:rPr lang="en-US" sz="1600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US" sz="1600" dirty="0" err="1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Bhudke</a:t>
            </a:r>
            <a:endParaRPr lang="en-US" sz="1600" dirty="0" smtClean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sz="16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7753" y="2074725"/>
            <a:ext cx="4007100" cy="289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238125" y="1339850"/>
            <a:ext cx="8942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are confused while choosing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careers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proper career guidance, especially in rural areas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awareness of career options and emerging fields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career choices lead to dropouts and dissatisfaction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endParaRPr sz="2400" dirty="0"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9900" y="327037"/>
            <a:ext cx="2825750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1725" y="2472524"/>
            <a:ext cx="1987900" cy="22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82562" y="776177"/>
            <a:ext cx="8785200" cy="191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Clr>
                <a:srgbClr val="434343"/>
              </a:buClr>
              <a:buSzPts val="1800"/>
            </a:pPr>
            <a:r>
              <a:rPr lang="en-US" sz="1800" b="1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</a:p>
          <a:p>
            <a:pPr>
              <a:lnSpc>
                <a:spcPct val="115000"/>
              </a:lnSpc>
              <a:buClr>
                <a:srgbClr val="434343"/>
              </a:buClr>
              <a:buSzPts val="1800"/>
            </a:pPr>
            <a:endParaRPr lang="en-US" sz="1800" dirty="0">
              <a:ea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r>
              <a:rPr lang="en-US" sz="1800" b="1" i="0" u="none" strike="noStrike" cap="none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</a:t>
            </a:r>
            <a:r>
              <a:rPr lang="en-US" sz="1800" b="1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different is it from any of the other existing ideas</a:t>
            </a:r>
            <a:r>
              <a:rPr lang="en-US" sz="1800" b="1" i="0" u="none" strike="noStrike" cap="none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?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endParaRPr lang="en-US" sz="18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for personalized career guidance instead of generic counseling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individual student interests, aptitude, and skills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both rural and urban students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assessment, recommendations, and roadmap in one platform</a:t>
            </a:r>
          </a:p>
          <a:p>
            <a:pPr>
              <a:defRPr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solve the problem?</a:t>
            </a:r>
          </a:p>
          <a:p>
            <a:pPr>
              <a:defRPr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confusion by providing clear career direction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best-fit career paths early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understand required skills and learning path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  <a:buFont typeface="Google Sans"/>
              <a:buAutoNum type="alphaLcPeriod"/>
            </a:pPr>
            <a:endParaRPr lang="en-US" sz="1800" b="1" dirty="0" smtClean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  <a:buFont typeface="Google Sans"/>
              <a:buAutoNum type="alphaLcPeriod"/>
            </a:pPr>
            <a:endParaRPr lang="en-US" sz="18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  <a:buFont typeface="Google Sans"/>
              <a:buAutoNum type="alphaLcPeriod"/>
            </a:pPr>
            <a:endParaRPr lang="en-US" sz="1800" b="1" dirty="0" smtClean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  <a:buFont typeface="Google Sans"/>
              <a:buAutoNum type="alphaLcPeriod"/>
            </a:pPr>
            <a:endParaRPr lang="en-US" sz="18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  <a:buFont typeface="Google Sans"/>
              <a:buAutoNum type="alphaLcPeriod"/>
            </a:pPr>
            <a:endParaRPr b="1" dirty="0"/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"/>
              <a:buFont typeface="Google Sans"/>
              <a:buAutoNum type="alphaLcPeriod"/>
            </a:pPr>
            <a:r>
              <a:rPr lang="en-US" sz="1800" b="0" i="0" u="none" strike="noStrike" cap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dirty="0"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8450" y="217487"/>
            <a:ext cx="2825750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4348" y="3210725"/>
            <a:ext cx="2263875" cy="161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95262" y="1236662"/>
            <a:ext cx="86994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en-US" sz="2000" b="1" dirty="0"/>
              <a:t>Key Features of the Solution</a:t>
            </a:r>
          </a:p>
          <a:p>
            <a:endParaRPr lang="en-US" alt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Career assessment quiz (Interest, Aptitude, Skills)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personalized career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Skill-gap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roadmap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and learning suggestions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career guidance and support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endParaRPr dirty="0"/>
          </a:p>
        </p:txBody>
      </p:sp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90850" y="369887"/>
            <a:ext cx="2825750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6247" y="1806575"/>
            <a:ext cx="3358026" cy="300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158750" y="1312862"/>
            <a:ext cx="8783700" cy="11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r>
              <a:rPr lang="en-US" sz="1800" b="1" i="0" u="none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Google Technologies used in the </a:t>
            </a:r>
            <a:r>
              <a:rPr lang="en-US" sz="1800" b="1" i="0" u="none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endParaRPr lang="en-US" sz="18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HTML,CSS, JAVASCRIPT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firebase,MongoDB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Technologies Used :</a:t>
            </a:r>
          </a:p>
          <a:p>
            <a:pPr algn="ctr"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– Secure Google Sign-In</a:t>
            </a:r>
          </a:p>
          <a:p>
            <a:pPr algn="ctr"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cloud database</a:t>
            </a:r>
          </a:p>
          <a:p>
            <a:pPr>
              <a:defRPr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en-US" sz="1200" b="1" dirty="0">
              <a:solidFill>
                <a:srgbClr val="434343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endParaRPr lang="en-US" sz="1800" b="1" i="0" u="none" dirty="0" smtClean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endParaRPr lang="en-US" sz="1800" b="1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endParaRPr dirty="0"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2250" y="369887"/>
            <a:ext cx="2825750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 rotWithShape="1">
          <a:blip r:embed="rId5">
            <a:alphaModFix/>
          </a:blip>
          <a:srcRect r="29952"/>
          <a:stretch/>
        </p:blipFill>
        <p:spPr>
          <a:xfrm>
            <a:off x="7572647" y="977470"/>
            <a:ext cx="1979400" cy="260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0" y="369887"/>
            <a:ext cx="2825750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3969" y="498868"/>
            <a:ext cx="2628924" cy="35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3" t="6229" r="-404" b="9010"/>
          <a:stretch>
            <a:fillRect/>
          </a:stretch>
        </p:blipFill>
        <p:spPr bwMode="auto">
          <a:xfrm>
            <a:off x="697086" y="895313"/>
            <a:ext cx="3364551" cy="3905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1850" y="293687"/>
            <a:ext cx="2825750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59" b="31883"/>
          <a:stretch>
            <a:fillRect/>
          </a:stretch>
        </p:blipFill>
        <p:spPr bwMode="auto">
          <a:xfrm>
            <a:off x="1785426" y="1001600"/>
            <a:ext cx="5998598" cy="3722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388523" y="716755"/>
            <a:ext cx="122762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SzPts val="1800"/>
            </a:pPr>
            <a:r>
              <a:rPr lang="en-GB" altLang="en-US" sz="1600" b="1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oogle Sans" panose="020B0604020202020204" charset="0"/>
              </a:rPr>
              <a:t>Wireframes </a:t>
            </a:r>
            <a:r>
              <a:rPr lang="en-GB" altLang="en-US" b="1" dirty="0"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Google Sans" panose="020B0604020202020204" charset="0"/>
              </a:rPr>
              <a:t>:</a:t>
            </a:r>
            <a:endParaRPr lang="en-US" altLang="en-US" b="1" dirty="0">
              <a:solidFill>
                <a:srgbClr val="434343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Google Sans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1850" y="293687"/>
            <a:ext cx="2825750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4701" y="3006578"/>
            <a:ext cx="2916964" cy="213692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91898" y="716755"/>
            <a:ext cx="150500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3928234" y="2417862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98" y="1139824"/>
            <a:ext cx="5730949" cy="3363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1850" y="293687"/>
            <a:ext cx="2825750" cy="84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756240" y="1720924"/>
            <a:ext cx="88203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None/>
            </a:pPr>
            <a:r>
              <a:rPr lang="en-US" sz="1800" b="1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 (Project Link)</a:t>
            </a:r>
          </a:p>
          <a:p>
            <a:pPr lvl="0">
              <a:buClr>
                <a:srgbClr val="434343"/>
              </a:buClr>
              <a:buSzPts val="1800"/>
            </a:pPr>
            <a:r>
              <a:rPr lang="en-IN" dirty="0">
                <a:hlinkClick r:id="rId5"/>
              </a:rPr>
              <a:t>http://localhost:5173/</a:t>
            </a:r>
            <a:endParaRPr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6227" y="1079475"/>
            <a:ext cx="4900849" cy="371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1850" y="293687"/>
            <a:ext cx="2825750" cy="84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296100" y="11600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1" i="0" u="none" strike="noStrike" cap="none" dirty="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8545" y="2571750"/>
            <a:ext cx="3198354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1850" y="293687"/>
            <a:ext cx="2825750" cy="84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2226" y="1722450"/>
            <a:ext cx="4861251" cy="322817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55181" y="956930"/>
            <a:ext cx="660281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Future </a:t>
            </a:r>
            <a:r>
              <a:rPr lang="en-US" b="1" dirty="0" smtClean="0"/>
              <a:t>Development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Add more career paths and domains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Improve skill assessment with more questions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Provide learning resources for skill improvement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Add progress tracking for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Include college and course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Enhance system using data-driven logic in future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325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71850" y="293687"/>
            <a:ext cx="2825750" cy="84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/>
        </p:nvSpPr>
        <p:spPr>
          <a:xfrm>
            <a:off x="375200" y="11478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US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US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Google Sans"/>
              <a:buAutoNum type="arabicPeriod"/>
            </a:pPr>
            <a:r>
              <a:rPr lang="en-US" sz="1800" b="1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1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4415" y="826331"/>
            <a:ext cx="5493380" cy="3995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303212" y="3663950"/>
            <a:ext cx="3711575" cy="938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Google Sans"/>
              <a:buNone/>
            </a:pPr>
            <a:r>
              <a:rPr lang="en-US" sz="4900" b="1" i="0" u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306</Words>
  <Application>Microsoft Office PowerPoint</Application>
  <PresentationFormat>On-screen Show (16:9)</PresentationFormat>
  <Paragraphs>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Times New Roman</vt:lpstr>
      <vt:lpstr>Google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Microsoft</cp:lastModifiedBy>
  <cp:revision>8</cp:revision>
  <dcterms:modified xsi:type="dcterms:W3CDTF">2026-01-17T23:18:44Z</dcterms:modified>
</cp:coreProperties>
</file>